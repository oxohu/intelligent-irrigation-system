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8" r:id="rId1"/>
  </p:sldMasterIdLst>
  <p:notesMasterIdLst>
    <p:notesMasterId r:id="rId14"/>
  </p:notes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Lst>
  <p:sldSz cx="9753600" cy="7315200"/>
  <p:notesSz cx="6858000" cy="9144000"/>
  <p:embeddedFontLst>
    <p:embeddedFont>
      <p:font typeface="Calibri (MS)" panose="020B0604020202020204" charset="0"/>
      <p:regular r:id="rId15"/>
    </p:embeddedFont>
    <p:embeddedFont>
      <p:font typeface="Calibri (MS) Bold" panose="020B0604020202020204" charset="0"/>
      <p:regular r:id="rId16"/>
    </p:embeddedFont>
    <p:embeddedFont>
      <p:font typeface="Trebuchet MS" panose="020B0603020202020204" pitchFamily="34" charset="0"/>
      <p:regular r:id="rId17"/>
      <p:bold r:id="rId18"/>
      <p:italic r:id="rId19"/>
      <p:boldItalic r:id="rId20"/>
    </p:embeddedFont>
    <p:embeddedFont>
      <p:font typeface="Wingdings 3" panose="05040102010807070707" pitchFamily="18" charset="2"/>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3969" autoAdjust="0"/>
  </p:normalViewPr>
  <p:slideViewPr>
    <p:cSldViewPr>
      <p:cViewPr>
        <p:scale>
          <a:sx n="66" d="100"/>
          <a:sy n="66" d="100"/>
        </p:scale>
        <p:origin x="138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13.08.2025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9030" y="-9032"/>
            <a:ext cx="9781124" cy="7333264"/>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05969" y="2564837"/>
            <a:ext cx="6215167" cy="1756055"/>
          </a:xfrm>
        </p:spPr>
        <p:txBody>
          <a:bodyPr anchor="b">
            <a:noAutofit/>
          </a:bodyPr>
          <a:lstStyle>
            <a:lvl1pPr algn="r">
              <a:defRPr sz="576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05969" y="4320890"/>
            <a:ext cx="6215167" cy="1170026"/>
          </a:xfrm>
        </p:spPr>
        <p:txBody>
          <a:bodyPr anchor="t"/>
          <a:lstStyle>
            <a:lvl1pPr marL="0" indent="0" algn="r">
              <a:buNone/>
              <a:defRPr>
                <a:solidFill>
                  <a:schemeClr val="tx1">
                    <a:lumMod val="50000"/>
                    <a:lumOff val="50000"/>
                  </a:schemeClr>
                </a:solidFill>
              </a:defRPr>
            </a:lvl1pPr>
            <a:lvl2pPr marL="487695" indent="0" algn="ctr">
              <a:buNone/>
              <a:defRPr>
                <a:solidFill>
                  <a:schemeClr val="tx1">
                    <a:tint val="75000"/>
                  </a:schemeClr>
                </a:solidFill>
              </a:defRPr>
            </a:lvl2pPr>
            <a:lvl3pPr marL="975390" indent="0" algn="ctr">
              <a:buNone/>
              <a:defRPr>
                <a:solidFill>
                  <a:schemeClr val="tx1">
                    <a:tint val="75000"/>
                  </a:schemeClr>
                </a:solidFill>
              </a:defRPr>
            </a:lvl3pPr>
            <a:lvl4pPr marL="1463086" indent="0" algn="ctr">
              <a:buNone/>
              <a:defRPr>
                <a:solidFill>
                  <a:schemeClr val="tx1">
                    <a:tint val="75000"/>
                  </a:schemeClr>
                </a:solidFill>
              </a:defRPr>
            </a:lvl4pPr>
            <a:lvl5pPr marL="1950781" indent="0" algn="ctr">
              <a:buNone/>
              <a:defRPr>
                <a:solidFill>
                  <a:schemeClr val="tx1">
                    <a:tint val="75000"/>
                  </a:schemeClr>
                </a:solidFill>
              </a:defRPr>
            </a:lvl5pPr>
            <a:lvl6pPr marL="2438476" indent="0" algn="ctr">
              <a:buNone/>
              <a:defRPr>
                <a:solidFill>
                  <a:schemeClr val="tx1">
                    <a:tint val="75000"/>
                  </a:schemeClr>
                </a:solidFill>
              </a:defRPr>
            </a:lvl6pPr>
            <a:lvl7pPr marL="2926171" indent="0" algn="ctr">
              <a:buNone/>
              <a:defRPr>
                <a:solidFill>
                  <a:schemeClr val="tx1">
                    <a:tint val="75000"/>
                  </a:schemeClr>
                </a:solidFill>
              </a:defRPr>
            </a:lvl7pPr>
            <a:lvl8pPr marL="3413867" indent="0" algn="ctr">
              <a:buNone/>
              <a:defRPr>
                <a:solidFill>
                  <a:schemeClr val="tx1">
                    <a:tint val="75000"/>
                  </a:schemeClr>
                </a:solidFill>
              </a:defRPr>
            </a:lvl8pPr>
            <a:lvl9pPr marL="390156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6980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1199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238" y="2880926"/>
            <a:ext cx="6770896" cy="1948353"/>
          </a:xfrm>
        </p:spPr>
        <p:txBody>
          <a:bodyPr anchor="b"/>
          <a:lstStyle>
            <a:lvl1pPr algn="l">
              <a:defRPr sz="4267" b="0" cap="none"/>
            </a:lvl1pPr>
          </a:lstStyle>
          <a:p>
            <a:r>
              <a:rPr lang="en-US"/>
              <a:t>Click to edit Master title style</a:t>
            </a:r>
            <a:endParaRPr lang="en-US" dirty="0"/>
          </a:p>
        </p:txBody>
      </p:sp>
      <p:sp>
        <p:nvSpPr>
          <p:cNvPr id="3" name="Text Placeholder 2"/>
          <p:cNvSpPr>
            <a:spLocks noGrp="1"/>
          </p:cNvSpPr>
          <p:nvPr>
            <p:ph type="body" idx="1"/>
          </p:nvPr>
        </p:nvSpPr>
        <p:spPr>
          <a:xfrm>
            <a:off x="650238" y="4829278"/>
            <a:ext cx="6770896" cy="917760"/>
          </a:xfrm>
        </p:spPr>
        <p:txBody>
          <a:bodyPr anchor="t"/>
          <a:lstStyle>
            <a:lvl1pPr marL="0" indent="0" algn="l">
              <a:buNone/>
              <a:defRPr sz="2133">
                <a:solidFill>
                  <a:schemeClr val="tx1">
                    <a:lumMod val="50000"/>
                    <a:lumOff val="5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5102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240" y="650240"/>
            <a:ext cx="6770895" cy="140885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50241" y="2304628"/>
            <a:ext cx="3293983" cy="4139490"/>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27151" y="2304630"/>
            <a:ext cx="3293984" cy="4139491"/>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479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239" y="650240"/>
            <a:ext cx="6770894" cy="1408853"/>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50239" y="2305049"/>
            <a:ext cx="3296717" cy="614679"/>
          </a:xfrm>
        </p:spPr>
        <p:txBody>
          <a:bodyPr anchor="b">
            <a:noAutofit/>
          </a:bodyPr>
          <a:lstStyle>
            <a:lvl1pPr marL="0" indent="0">
              <a:buNone/>
              <a:defRPr sz="2560" b="0"/>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p:cNvSpPr>
            <a:spLocks noGrp="1"/>
          </p:cNvSpPr>
          <p:nvPr>
            <p:ph sz="half" idx="2"/>
          </p:nvPr>
        </p:nvSpPr>
        <p:spPr>
          <a:xfrm>
            <a:off x="650239" y="2919730"/>
            <a:ext cx="3296717" cy="352439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124416" y="2305049"/>
            <a:ext cx="3296717" cy="614679"/>
          </a:xfrm>
        </p:spPr>
        <p:txBody>
          <a:bodyPr anchor="b">
            <a:noAutofit/>
          </a:bodyPr>
          <a:lstStyle>
            <a:lvl1pPr marL="0" indent="0">
              <a:buNone/>
              <a:defRPr sz="2560" b="0"/>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p:cNvSpPr>
            <a:spLocks noGrp="1"/>
          </p:cNvSpPr>
          <p:nvPr>
            <p:ph sz="quarter" idx="4"/>
          </p:nvPr>
        </p:nvSpPr>
        <p:spPr>
          <a:xfrm>
            <a:off x="4124416" y="2919730"/>
            <a:ext cx="3296717" cy="352439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0086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239" y="650240"/>
            <a:ext cx="6770895" cy="1408853"/>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1191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88131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239" y="1598511"/>
            <a:ext cx="2976194" cy="1363697"/>
          </a:xfrm>
        </p:spPr>
        <p:txBody>
          <a:bodyPr anchor="b">
            <a:normAutofit/>
          </a:bodyPr>
          <a:lstStyle>
            <a:lvl1pPr>
              <a:defRPr sz="2133"/>
            </a:lvl1pPr>
          </a:lstStyle>
          <a:p>
            <a:r>
              <a:rPr lang="en-US"/>
              <a:t>Click to edit Master title style</a:t>
            </a:r>
            <a:endParaRPr lang="en-US" dirty="0"/>
          </a:p>
        </p:txBody>
      </p:sp>
      <p:sp>
        <p:nvSpPr>
          <p:cNvPr id="3" name="Content Placeholder 2"/>
          <p:cNvSpPr>
            <a:spLocks noGrp="1"/>
          </p:cNvSpPr>
          <p:nvPr>
            <p:ph idx="1"/>
          </p:nvPr>
        </p:nvSpPr>
        <p:spPr>
          <a:xfrm>
            <a:off x="3809360" y="549254"/>
            <a:ext cx="3611773" cy="58948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50239" y="2962207"/>
            <a:ext cx="2976194" cy="2756746"/>
          </a:xfrm>
        </p:spPr>
        <p:txBody>
          <a:bodyPr>
            <a:normAutofit/>
          </a:bodyPr>
          <a:lstStyle>
            <a:lvl1pPr marL="0" indent="0">
              <a:buNone/>
              <a:defRPr sz="1493"/>
            </a:lvl1pPr>
            <a:lvl2pPr marL="365771" indent="0">
              <a:buNone/>
              <a:defRPr sz="1120"/>
            </a:lvl2pPr>
            <a:lvl3pPr marL="731543" indent="0">
              <a:buNone/>
              <a:defRPr sz="960"/>
            </a:lvl3pPr>
            <a:lvl4pPr marL="1097314" indent="0">
              <a:buNone/>
              <a:defRPr sz="800"/>
            </a:lvl4pPr>
            <a:lvl5pPr marL="1463086" indent="0">
              <a:buNone/>
              <a:defRPr sz="800"/>
            </a:lvl5pPr>
            <a:lvl6pPr marL="1828857" indent="0">
              <a:buNone/>
              <a:defRPr sz="800"/>
            </a:lvl6pPr>
            <a:lvl7pPr marL="2194629" indent="0">
              <a:buNone/>
              <a:defRPr sz="800"/>
            </a:lvl7pPr>
            <a:lvl8pPr marL="2560400" indent="0">
              <a:buNone/>
              <a:defRPr sz="800"/>
            </a:lvl8pPr>
            <a:lvl9pPr marL="2926171"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5973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239" y="5120640"/>
            <a:ext cx="6770895" cy="604521"/>
          </a:xfrm>
        </p:spPr>
        <p:txBody>
          <a:bodyPr anchor="b">
            <a:normAutofit/>
          </a:bodyPr>
          <a:lstStyle>
            <a:lvl1pPr algn="l">
              <a:defRPr sz="25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0239" y="650240"/>
            <a:ext cx="6770895" cy="4102099"/>
          </a:xfrm>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4" name="Text Placeholder 3"/>
          <p:cNvSpPr>
            <a:spLocks noGrp="1"/>
          </p:cNvSpPr>
          <p:nvPr>
            <p:ph type="body" sz="half" idx="2"/>
          </p:nvPr>
        </p:nvSpPr>
        <p:spPr>
          <a:xfrm>
            <a:off x="650239" y="5725161"/>
            <a:ext cx="6770895" cy="718959"/>
          </a:xfrm>
        </p:spPr>
        <p:txBody>
          <a:bodyPr>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851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50240" y="650240"/>
            <a:ext cx="6770895" cy="3630507"/>
          </a:xfrm>
        </p:spPr>
        <p:txBody>
          <a:bodyPr anchor="ctr">
            <a:normAutofit/>
          </a:bodyPr>
          <a:lstStyle>
            <a:lvl1pPr algn="l">
              <a:defRPr sz="4693" b="0" cap="none"/>
            </a:lvl1pPr>
          </a:lstStyle>
          <a:p>
            <a:r>
              <a:rPr lang="en-US"/>
              <a:t>Click to edit Master title style</a:t>
            </a:r>
            <a:endParaRPr lang="en-US" dirty="0"/>
          </a:p>
        </p:txBody>
      </p:sp>
      <p:sp>
        <p:nvSpPr>
          <p:cNvPr id="3" name="Text Placeholder 2"/>
          <p:cNvSpPr>
            <a:spLocks noGrp="1"/>
          </p:cNvSpPr>
          <p:nvPr>
            <p:ph type="body" idx="1"/>
          </p:nvPr>
        </p:nvSpPr>
        <p:spPr>
          <a:xfrm>
            <a:off x="650240" y="4768427"/>
            <a:ext cx="6770895" cy="1675693"/>
          </a:xfrm>
        </p:spPr>
        <p:txBody>
          <a:bodyPr anchor="ctr">
            <a:normAutofit/>
          </a:bodyPr>
          <a:lstStyle>
            <a:lvl1pPr marL="0" indent="0" algn="l">
              <a:buNone/>
              <a:defRPr sz="1920">
                <a:solidFill>
                  <a:schemeClr val="tx1">
                    <a:lumMod val="75000"/>
                    <a:lumOff val="2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262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6544" y="650240"/>
            <a:ext cx="6476994" cy="3224107"/>
          </a:xfrm>
        </p:spPr>
        <p:txBody>
          <a:bodyPr anchor="ctr">
            <a:normAutofit/>
          </a:bodyPr>
          <a:lstStyle>
            <a:lvl1pPr algn="l">
              <a:defRPr sz="4693"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74479" y="3874347"/>
            <a:ext cx="5781124" cy="406400"/>
          </a:xfrm>
        </p:spPr>
        <p:txBody>
          <a:bodyPr anchor="ctr">
            <a:noAutofit/>
          </a:bodyPr>
          <a:lstStyle>
            <a:lvl1pPr marL="0" indent="0">
              <a:buFontTx/>
              <a:buNone/>
              <a:defRPr sz="1707">
                <a:solidFill>
                  <a:schemeClr val="tx1">
                    <a:lumMod val="50000"/>
                    <a:lumOff val="50000"/>
                  </a:schemeClr>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3" name="Text Placeholder 2"/>
          <p:cNvSpPr>
            <a:spLocks noGrp="1"/>
          </p:cNvSpPr>
          <p:nvPr>
            <p:ph type="body" idx="1"/>
          </p:nvPr>
        </p:nvSpPr>
        <p:spPr>
          <a:xfrm>
            <a:off x="650238" y="4768427"/>
            <a:ext cx="6770896" cy="1675693"/>
          </a:xfrm>
        </p:spPr>
        <p:txBody>
          <a:bodyPr anchor="ctr">
            <a:normAutofit/>
          </a:bodyPr>
          <a:lstStyle>
            <a:lvl1pPr marL="0" indent="0" algn="l">
              <a:buNone/>
              <a:defRPr sz="1920">
                <a:solidFill>
                  <a:schemeClr val="tx1">
                    <a:lumMod val="75000"/>
                    <a:lumOff val="2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514892" y="843070"/>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197546" y="3078993"/>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8015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50238" y="2060787"/>
            <a:ext cx="6770896" cy="2768491"/>
          </a:xfrm>
        </p:spPr>
        <p:txBody>
          <a:bodyPr anchor="b">
            <a:normAutofit/>
          </a:bodyPr>
          <a:lstStyle>
            <a:lvl1pPr algn="l">
              <a:defRPr sz="4693" b="0" cap="none"/>
            </a:lvl1pPr>
          </a:lstStyle>
          <a:p>
            <a:r>
              <a:rPr lang="en-US"/>
              <a:t>Click to edit Master title style</a:t>
            </a:r>
            <a:endParaRPr lang="en-US" dirty="0"/>
          </a:p>
        </p:txBody>
      </p:sp>
      <p:sp>
        <p:nvSpPr>
          <p:cNvPr id="3" name="Text Placeholder 2"/>
          <p:cNvSpPr>
            <a:spLocks noGrp="1"/>
          </p:cNvSpPr>
          <p:nvPr>
            <p:ph type="body" idx="1"/>
          </p:nvPr>
        </p:nvSpPr>
        <p:spPr>
          <a:xfrm>
            <a:off x="650238" y="4829278"/>
            <a:ext cx="6770896" cy="1614842"/>
          </a:xfrm>
        </p:spPr>
        <p:txBody>
          <a:bodyPr anchor="t">
            <a:normAutofit/>
          </a:bodyPr>
          <a:lstStyle>
            <a:lvl1pPr marL="0" indent="0" algn="l">
              <a:buNone/>
              <a:defRPr sz="1920">
                <a:solidFill>
                  <a:schemeClr val="tx1">
                    <a:lumMod val="75000"/>
                    <a:lumOff val="2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5889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26544" y="650240"/>
            <a:ext cx="6476994" cy="3224107"/>
          </a:xfrm>
        </p:spPr>
        <p:txBody>
          <a:bodyPr anchor="ctr">
            <a:normAutofit/>
          </a:bodyPr>
          <a:lstStyle>
            <a:lvl1pPr algn="l">
              <a:defRPr sz="4693"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50237" y="4280747"/>
            <a:ext cx="6770897" cy="548531"/>
          </a:xfrm>
        </p:spPr>
        <p:txBody>
          <a:bodyPr anchor="b">
            <a:noAutofit/>
          </a:bodyPr>
          <a:lstStyle>
            <a:lvl1pPr marL="0" indent="0">
              <a:buFontTx/>
              <a:buNone/>
              <a:defRPr sz="2560">
                <a:solidFill>
                  <a:schemeClr val="tx1">
                    <a:lumMod val="75000"/>
                    <a:lumOff val="25000"/>
                  </a:schemeClr>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3" name="Text Placeholder 2"/>
          <p:cNvSpPr>
            <a:spLocks noGrp="1"/>
          </p:cNvSpPr>
          <p:nvPr>
            <p:ph type="body" idx="1"/>
          </p:nvPr>
        </p:nvSpPr>
        <p:spPr>
          <a:xfrm>
            <a:off x="650238" y="4829278"/>
            <a:ext cx="6770896" cy="1614842"/>
          </a:xfrm>
        </p:spPr>
        <p:txBody>
          <a:bodyPr anchor="t">
            <a:normAutofit/>
          </a:bodyPr>
          <a:lstStyle>
            <a:lvl1pPr marL="0" indent="0" algn="l">
              <a:buNone/>
              <a:defRPr sz="1920">
                <a:solidFill>
                  <a:schemeClr val="tx1">
                    <a:lumMod val="50000"/>
                    <a:lumOff val="5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514892" y="843070"/>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197546" y="3078993"/>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52912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56905" y="650240"/>
            <a:ext cx="6764229" cy="3224107"/>
          </a:xfrm>
        </p:spPr>
        <p:txBody>
          <a:bodyPr anchor="ctr">
            <a:normAutofit/>
          </a:bodyPr>
          <a:lstStyle>
            <a:lvl1pPr algn="l">
              <a:defRPr sz="4693"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50237" y="4280747"/>
            <a:ext cx="6770897" cy="548531"/>
          </a:xfrm>
        </p:spPr>
        <p:txBody>
          <a:bodyPr anchor="b">
            <a:noAutofit/>
          </a:bodyPr>
          <a:lstStyle>
            <a:lvl1pPr marL="0" indent="0">
              <a:buFontTx/>
              <a:buNone/>
              <a:defRPr sz="2560">
                <a:solidFill>
                  <a:schemeClr val="accent1"/>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3" name="Text Placeholder 2"/>
          <p:cNvSpPr>
            <a:spLocks noGrp="1"/>
          </p:cNvSpPr>
          <p:nvPr>
            <p:ph type="body" idx="1"/>
          </p:nvPr>
        </p:nvSpPr>
        <p:spPr>
          <a:xfrm>
            <a:off x="650238" y="4829278"/>
            <a:ext cx="6770896" cy="1614842"/>
          </a:xfrm>
        </p:spPr>
        <p:txBody>
          <a:bodyPr anchor="t">
            <a:normAutofit/>
          </a:bodyPr>
          <a:lstStyle>
            <a:lvl1pPr marL="0" indent="0" algn="l">
              <a:buNone/>
              <a:defRPr sz="1920">
                <a:solidFill>
                  <a:schemeClr val="tx1">
                    <a:lumMod val="50000"/>
                    <a:lumOff val="5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34665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8778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75800" y="650240"/>
            <a:ext cx="1044066" cy="560154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50239" y="650240"/>
            <a:ext cx="5541361" cy="56015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1488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9031" y="-9032"/>
            <a:ext cx="9781125" cy="7333264"/>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50239" y="650240"/>
            <a:ext cx="6770894" cy="1408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50239" y="2304630"/>
            <a:ext cx="6770895" cy="41394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65608" y="6444121"/>
            <a:ext cx="729741" cy="389467"/>
          </a:xfrm>
          <a:prstGeom prst="rect">
            <a:avLst/>
          </a:prstGeom>
        </p:spPr>
        <p:txBody>
          <a:bodyPr vert="horz" lIns="91440" tIns="45720" rIns="91440" bIns="45720" rtlCol="0" anchor="ctr"/>
          <a:lstStyle>
            <a:lvl1pPr algn="r">
              <a:defRPr sz="960">
                <a:solidFill>
                  <a:schemeClr val="tx1">
                    <a:tint val="75000"/>
                  </a:schemeClr>
                </a:solidFill>
              </a:defRPr>
            </a:lvl1pPr>
          </a:lstStyle>
          <a:p>
            <a:fld id="{1D8BD707-D9CF-40AE-B4C6-C98DA3205C09}" type="datetimeFigureOut">
              <a:rPr lang="en-US" smtClean="0"/>
              <a:pPr/>
              <a:t>8/13/2025</a:t>
            </a:fld>
            <a:endParaRPr lang="en-US"/>
          </a:p>
        </p:txBody>
      </p:sp>
      <p:sp>
        <p:nvSpPr>
          <p:cNvPr id="5" name="Footer Placeholder 4"/>
          <p:cNvSpPr>
            <a:spLocks noGrp="1"/>
          </p:cNvSpPr>
          <p:nvPr>
            <p:ph type="ftr" sz="quarter" idx="3"/>
          </p:nvPr>
        </p:nvSpPr>
        <p:spPr>
          <a:xfrm>
            <a:off x="650240" y="6444121"/>
            <a:ext cx="4931171" cy="389467"/>
          </a:xfrm>
          <a:prstGeom prst="rect">
            <a:avLst/>
          </a:prstGeom>
        </p:spPr>
        <p:txBody>
          <a:bodyPr vert="horz" lIns="91440" tIns="45720" rIns="91440" bIns="45720" rtlCol="0" anchor="ctr"/>
          <a:lstStyle>
            <a:lvl1pPr algn="l">
              <a:defRPr sz="9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874321" y="6444121"/>
            <a:ext cx="546814" cy="389467"/>
          </a:xfrm>
          <a:prstGeom prst="rect">
            <a:avLst/>
          </a:prstGeom>
        </p:spPr>
        <p:txBody>
          <a:bodyPr vert="horz" lIns="91440" tIns="45720" rIns="91440" bIns="45720" rtlCol="0" anchor="ctr"/>
          <a:lstStyle>
            <a:lvl1pPr algn="r">
              <a:defRPr sz="96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6263161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87695" rtl="0" eaLnBrk="1" latinLnBrk="0" hangingPunct="1">
        <a:spcBef>
          <a:spcPct val="0"/>
        </a:spcBef>
        <a:buNone/>
        <a:defRPr sz="384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71" indent="-365771" algn="l" defTabSz="487695" rtl="0" eaLnBrk="1" latinLnBrk="0" hangingPunct="1">
        <a:spcBef>
          <a:spcPts val="1067"/>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1pPr>
      <a:lvl2pPr marL="792505" indent="-304810" algn="l" defTabSz="487695" rtl="0" eaLnBrk="1" latinLnBrk="0" hangingPunct="1">
        <a:spcBef>
          <a:spcPts val="1067"/>
        </a:spcBef>
        <a:spcAft>
          <a:spcPts val="0"/>
        </a:spcAft>
        <a:buClr>
          <a:schemeClr val="accent1"/>
        </a:buClr>
        <a:buSzPct val="80000"/>
        <a:buFont typeface="Wingdings 3" charset="2"/>
        <a:buChar char=""/>
        <a:defRPr sz="1707" kern="1200">
          <a:solidFill>
            <a:schemeClr val="tx1">
              <a:lumMod val="75000"/>
              <a:lumOff val="25000"/>
            </a:schemeClr>
          </a:solidFill>
          <a:latin typeface="+mn-lt"/>
          <a:ea typeface="+mn-ea"/>
          <a:cs typeface="+mn-cs"/>
        </a:defRPr>
      </a:lvl2pPr>
      <a:lvl3pPr marL="1219238" indent="-243848" algn="l" defTabSz="487695" rtl="0" eaLnBrk="1" latinLnBrk="0" hangingPunct="1">
        <a:spcBef>
          <a:spcPts val="1067"/>
        </a:spcBef>
        <a:spcAft>
          <a:spcPts val="0"/>
        </a:spcAft>
        <a:buClr>
          <a:schemeClr val="accent1"/>
        </a:buClr>
        <a:buSzPct val="80000"/>
        <a:buFont typeface="Wingdings 3" charset="2"/>
        <a:buChar char=""/>
        <a:defRPr sz="1493" kern="1200">
          <a:solidFill>
            <a:schemeClr val="tx1">
              <a:lumMod val="75000"/>
              <a:lumOff val="25000"/>
            </a:schemeClr>
          </a:solidFill>
          <a:latin typeface="+mn-lt"/>
          <a:ea typeface="+mn-ea"/>
          <a:cs typeface="+mn-cs"/>
        </a:defRPr>
      </a:lvl3pPr>
      <a:lvl4pPr marL="1706933"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4pPr>
      <a:lvl5pPr marL="2194629"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5pPr>
      <a:lvl6pPr marL="2682324"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6pPr>
      <a:lvl7pPr marL="3170019"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7pPr>
      <a:lvl8pPr marL="3657714"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8pPr>
      <a:lvl9pPr marL="4145410" indent="-243848" algn="l" defTabSz="487695" rtl="0" eaLnBrk="1" latinLnBrk="0" hangingPunct="1">
        <a:spcBef>
          <a:spcPts val="1067"/>
        </a:spcBef>
        <a:spcAft>
          <a:spcPts val="0"/>
        </a:spcAft>
        <a:buClr>
          <a:schemeClr val="accent1"/>
        </a:buClr>
        <a:buSzPct val="80000"/>
        <a:buFont typeface="Wingdings 3" charset="2"/>
        <a:buChar char=""/>
        <a:defRPr sz="1280" kern="1200">
          <a:solidFill>
            <a:schemeClr val="tx1">
              <a:lumMod val="75000"/>
              <a:lumOff val="25000"/>
            </a:schemeClr>
          </a:solidFill>
          <a:latin typeface="+mn-lt"/>
          <a:ea typeface="+mn-ea"/>
          <a:cs typeface="+mn-cs"/>
        </a:defRPr>
      </a:lvl9pPr>
    </p:bodyStyle>
    <p:otherStyle>
      <a:defPPr>
        <a:defRPr lang="en-US"/>
      </a:defPPr>
      <a:lvl1pPr marL="0" algn="l" defTabSz="487695" rtl="0" eaLnBrk="1" latinLnBrk="0" hangingPunct="1">
        <a:defRPr sz="1920" kern="1200">
          <a:solidFill>
            <a:schemeClr val="tx1"/>
          </a:solidFill>
          <a:latin typeface="+mn-lt"/>
          <a:ea typeface="+mn-ea"/>
          <a:cs typeface="+mn-cs"/>
        </a:defRPr>
      </a:lvl1pPr>
      <a:lvl2pPr marL="487695" algn="l" defTabSz="487695" rtl="0" eaLnBrk="1" latinLnBrk="0" hangingPunct="1">
        <a:defRPr sz="1920" kern="1200">
          <a:solidFill>
            <a:schemeClr val="tx1"/>
          </a:solidFill>
          <a:latin typeface="+mn-lt"/>
          <a:ea typeface="+mn-ea"/>
          <a:cs typeface="+mn-cs"/>
        </a:defRPr>
      </a:lvl2pPr>
      <a:lvl3pPr marL="975390" algn="l" defTabSz="487695" rtl="0" eaLnBrk="1" latinLnBrk="0" hangingPunct="1">
        <a:defRPr sz="1920" kern="1200">
          <a:solidFill>
            <a:schemeClr val="tx1"/>
          </a:solidFill>
          <a:latin typeface="+mn-lt"/>
          <a:ea typeface="+mn-ea"/>
          <a:cs typeface="+mn-cs"/>
        </a:defRPr>
      </a:lvl3pPr>
      <a:lvl4pPr marL="1463086" algn="l" defTabSz="487695" rtl="0" eaLnBrk="1" latinLnBrk="0" hangingPunct="1">
        <a:defRPr sz="1920" kern="1200">
          <a:solidFill>
            <a:schemeClr val="tx1"/>
          </a:solidFill>
          <a:latin typeface="+mn-lt"/>
          <a:ea typeface="+mn-ea"/>
          <a:cs typeface="+mn-cs"/>
        </a:defRPr>
      </a:lvl4pPr>
      <a:lvl5pPr marL="1950781" algn="l" defTabSz="487695" rtl="0" eaLnBrk="1" latinLnBrk="0" hangingPunct="1">
        <a:defRPr sz="1920" kern="1200">
          <a:solidFill>
            <a:schemeClr val="tx1"/>
          </a:solidFill>
          <a:latin typeface="+mn-lt"/>
          <a:ea typeface="+mn-ea"/>
          <a:cs typeface="+mn-cs"/>
        </a:defRPr>
      </a:lvl5pPr>
      <a:lvl6pPr marL="2438476" algn="l" defTabSz="487695" rtl="0" eaLnBrk="1" latinLnBrk="0" hangingPunct="1">
        <a:defRPr sz="1920" kern="1200">
          <a:solidFill>
            <a:schemeClr val="tx1"/>
          </a:solidFill>
          <a:latin typeface="+mn-lt"/>
          <a:ea typeface="+mn-ea"/>
          <a:cs typeface="+mn-cs"/>
        </a:defRPr>
      </a:lvl6pPr>
      <a:lvl7pPr marL="2926171" algn="l" defTabSz="487695" rtl="0" eaLnBrk="1" latinLnBrk="0" hangingPunct="1">
        <a:defRPr sz="1920" kern="1200">
          <a:solidFill>
            <a:schemeClr val="tx1"/>
          </a:solidFill>
          <a:latin typeface="+mn-lt"/>
          <a:ea typeface="+mn-ea"/>
          <a:cs typeface="+mn-cs"/>
        </a:defRPr>
      </a:lvl7pPr>
      <a:lvl8pPr marL="3413867" algn="l" defTabSz="487695" rtl="0" eaLnBrk="1" latinLnBrk="0" hangingPunct="1">
        <a:defRPr sz="1920" kern="1200">
          <a:solidFill>
            <a:schemeClr val="tx1"/>
          </a:solidFill>
          <a:latin typeface="+mn-lt"/>
          <a:ea typeface="+mn-ea"/>
          <a:cs typeface="+mn-cs"/>
        </a:defRPr>
      </a:lvl8pPr>
      <a:lvl9pPr marL="3901562" algn="l" defTabSz="487695"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3152"/>
        </a:solidFill>
        <a:effectLst/>
      </p:bgPr>
    </p:bg>
    <p:spTree>
      <p:nvGrpSpPr>
        <p:cNvPr id="1" name=""/>
        <p:cNvGrpSpPr/>
        <p:nvPr/>
      </p:nvGrpSpPr>
      <p:grpSpPr>
        <a:xfrm>
          <a:off x="0" y="0"/>
          <a:ext cx="0" cy="0"/>
          <a:chOff x="0" y="0"/>
          <a:chExt cx="0" cy="0"/>
        </a:xfrm>
      </p:grpSpPr>
      <p:sp>
        <p:nvSpPr>
          <p:cNvPr id="4" name="TextBox 4"/>
          <p:cNvSpPr txBox="1"/>
          <p:nvPr/>
        </p:nvSpPr>
        <p:spPr>
          <a:xfrm>
            <a:off x="0" y="1"/>
            <a:ext cx="9753600" cy="3962400"/>
          </a:xfrm>
          <a:prstGeom prst="rect">
            <a:avLst/>
          </a:prstGeom>
        </p:spPr>
        <p:txBody>
          <a:bodyPr lIns="0" tIns="0" rIns="0" bIns="0" rtlCol="0" anchor="ctr"/>
          <a:lstStyle/>
          <a:p>
            <a:pPr algn="ctr">
              <a:lnSpc>
                <a:spcPts val="5631"/>
              </a:lnSpc>
            </a:pPr>
            <a:r>
              <a:rPr lang="en-US" sz="4400" dirty="0">
                <a:solidFill>
                  <a:srgbClr val="FFFFFF"/>
                </a:solidFill>
                <a:latin typeface="Calibri (MS)"/>
                <a:ea typeface="Calibri (MS)"/>
                <a:cs typeface="Calibri (MS)"/>
                <a:sym typeface="Calibri (MS)"/>
              </a:rPr>
              <a:t>Federal University Of Technology Minna </a:t>
            </a:r>
          </a:p>
          <a:p>
            <a:pPr algn="ctr">
              <a:lnSpc>
                <a:spcPts val="5631"/>
              </a:lnSpc>
            </a:pPr>
            <a:r>
              <a:rPr lang="en-US" sz="4400" dirty="0">
                <a:solidFill>
                  <a:srgbClr val="FFFFFF"/>
                </a:solidFill>
                <a:latin typeface="Calibri (MS)"/>
                <a:ea typeface="Calibri (MS)"/>
                <a:cs typeface="Calibri (MS)"/>
                <a:sym typeface="Calibri (MS)"/>
              </a:rPr>
              <a:t>School of Electrical and Engineering Technology(SEET)</a:t>
            </a:r>
          </a:p>
          <a:p>
            <a:pPr algn="ctr">
              <a:lnSpc>
                <a:spcPts val="5631"/>
              </a:lnSpc>
            </a:pPr>
            <a:r>
              <a:rPr lang="en-US" sz="4400" dirty="0">
                <a:solidFill>
                  <a:srgbClr val="FFFFFF"/>
                </a:solidFill>
                <a:latin typeface="Calibri (MS)"/>
                <a:ea typeface="Calibri (MS)"/>
                <a:cs typeface="Calibri (MS)"/>
                <a:sym typeface="Calibri (MS)"/>
              </a:rPr>
              <a:t>Department of Mechatronics Engineering</a:t>
            </a:r>
          </a:p>
          <a:p>
            <a:pPr algn="ctr">
              <a:lnSpc>
                <a:spcPts val="5631"/>
              </a:lnSpc>
            </a:pPr>
            <a:endParaRPr lang="en-US" sz="4000" dirty="0">
              <a:solidFill>
                <a:srgbClr val="FFFFFF"/>
              </a:solidFill>
              <a:latin typeface="Calibri (MS)"/>
              <a:ea typeface="Calibri (MS)"/>
              <a:cs typeface="Calibri (MS)"/>
              <a:sym typeface="Calibri (MS)"/>
            </a:endParaRPr>
          </a:p>
          <a:p>
            <a:pPr algn="ctr">
              <a:lnSpc>
                <a:spcPts val="5631"/>
              </a:lnSpc>
            </a:pPr>
            <a:r>
              <a:rPr lang="en-US" sz="4000" dirty="0">
                <a:solidFill>
                  <a:srgbClr val="FFFFFF"/>
                </a:solidFill>
                <a:latin typeface="Calibri (MS)"/>
                <a:ea typeface="Calibri (MS)"/>
                <a:cs typeface="Calibri (MS)"/>
                <a:sym typeface="Calibri (MS)"/>
              </a:rPr>
              <a:t>Project Title: Smart Irrigation System</a:t>
            </a:r>
          </a:p>
        </p:txBody>
      </p:sp>
      <p:sp>
        <p:nvSpPr>
          <p:cNvPr id="5" name="TextBox 5"/>
          <p:cNvSpPr txBox="1"/>
          <p:nvPr/>
        </p:nvSpPr>
        <p:spPr>
          <a:xfrm>
            <a:off x="0" y="4267200"/>
            <a:ext cx="9067800" cy="2124075"/>
          </a:xfrm>
          <a:prstGeom prst="rect">
            <a:avLst/>
          </a:prstGeom>
        </p:spPr>
        <p:txBody>
          <a:bodyPr wrap="square" lIns="0" tIns="0" rIns="0" bIns="0" rtlCol="0" anchor="t">
            <a:spAutoFit/>
          </a:bodyPr>
          <a:lstStyle/>
          <a:p>
            <a:pPr algn="ctr">
              <a:lnSpc>
                <a:spcPts val="4095"/>
              </a:lnSpc>
            </a:pPr>
            <a:r>
              <a:rPr lang="en-US" sz="3413" dirty="0">
                <a:solidFill>
                  <a:srgbClr val="FFFFFF"/>
                </a:solidFill>
                <a:latin typeface="Calibri (MS)"/>
                <a:ea typeface="Calibri (MS)"/>
                <a:cs typeface="Calibri (MS)"/>
                <a:sym typeface="Calibri (MS)"/>
              </a:rPr>
              <a:t>Using Sensors and Automation for Efficient Watering</a:t>
            </a:r>
          </a:p>
          <a:p>
            <a:pPr algn="ctr">
              <a:lnSpc>
                <a:spcPts val="4095"/>
              </a:lnSpc>
            </a:pPr>
            <a:endParaRPr lang="en-US" sz="3413" dirty="0">
              <a:solidFill>
                <a:srgbClr val="FFFFFF"/>
              </a:solidFill>
              <a:latin typeface="Calibri (MS)"/>
              <a:ea typeface="Calibri (MS)"/>
              <a:cs typeface="Calibri (MS)"/>
              <a:sym typeface="Calibri (MS)"/>
            </a:endParaRPr>
          </a:p>
          <a:p>
            <a:pPr algn="ctr">
              <a:lnSpc>
                <a:spcPts val="4095"/>
              </a:lnSpc>
            </a:pPr>
            <a:r>
              <a:rPr lang="en-US" sz="3413" dirty="0">
                <a:solidFill>
                  <a:srgbClr val="FFFFFF"/>
                </a:solidFill>
                <a:latin typeface="Calibri (MS)"/>
                <a:ea typeface="Calibri (MS)"/>
                <a:cs typeface="Calibri (MS)"/>
                <a:sym typeface="Calibri (MS)"/>
              </a:rPr>
              <a:t>Group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Introduction</a:t>
              </a:r>
            </a:p>
          </p:txBody>
        </p:sp>
      </p:grpSp>
      <p:sp>
        <p:nvSpPr>
          <p:cNvPr id="5" name="TextBox 5"/>
          <p:cNvSpPr txBox="1"/>
          <p:nvPr/>
        </p:nvSpPr>
        <p:spPr>
          <a:xfrm>
            <a:off x="579120" y="1714500"/>
            <a:ext cx="4458300" cy="4774354"/>
          </a:xfrm>
          <a:prstGeom prst="rect">
            <a:avLst/>
          </a:prstGeom>
        </p:spPr>
        <p:txBody>
          <a:bodyPr lIns="0" tIns="0" rIns="0" bIns="0" rtlCol="0" anchor="t">
            <a:spAutoFit/>
          </a:bodyPr>
          <a:lstStyle/>
          <a:p>
            <a:pPr algn="just">
              <a:lnSpc>
                <a:spcPts val="2560"/>
              </a:lnSpc>
            </a:pPr>
            <a:r>
              <a:rPr lang="en-US" sz="2133" dirty="0">
                <a:solidFill>
                  <a:srgbClr val="000000"/>
                </a:solidFill>
                <a:latin typeface="Times New Roman"/>
                <a:ea typeface="Times New Roman"/>
                <a:cs typeface="Times New Roman"/>
                <a:sym typeface="Times New Roman"/>
              </a:rPr>
              <a:t>For many small-scale farmers, garden owners, and even plant lovers with busy schedules, keeping plants properly watered can be a challenge. Without constant attention, plants may suffer from overwatering or drying out. This Smart Irrigation System solves that problem using automation. It checks the soil’s moisture level and only waters plants when needed. It also monitors the water level in the tank to avoid dry runs. With this system, plants get the right amount of water at the right time — saving time, effort, and water.</a:t>
            </a:r>
          </a:p>
        </p:txBody>
      </p:sp>
      <p:pic>
        <p:nvPicPr>
          <p:cNvPr id="11" name="Picture 10">
            <a:extLst>
              <a:ext uri="{FF2B5EF4-FFF2-40B4-BE49-F238E27FC236}">
                <a16:creationId xmlns:a16="http://schemas.microsoft.com/office/drawing/2014/main" id="{B936FD20-D243-CBDD-3365-FC8EBE899D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1371600"/>
            <a:ext cx="4458300" cy="5943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Problem and Solution Overview</a:t>
              </a:r>
            </a:p>
          </p:txBody>
        </p:sp>
      </p:grpSp>
      <p:sp>
        <p:nvSpPr>
          <p:cNvPr id="5" name="TextBox 5"/>
          <p:cNvSpPr txBox="1"/>
          <p:nvPr/>
        </p:nvSpPr>
        <p:spPr>
          <a:xfrm>
            <a:off x="579120" y="1203597"/>
            <a:ext cx="8595360" cy="5285258"/>
          </a:xfrm>
          <a:prstGeom prst="rect">
            <a:avLst/>
          </a:prstGeom>
        </p:spPr>
        <p:txBody>
          <a:bodyPr lIns="0" tIns="0" rIns="0" bIns="0" rtlCol="0" anchor="t">
            <a:spAutoFit/>
          </a:bodyPr>
          <a:lstStyle/>
          <a:p>
            <a:pPr algn="just">
              <a:lnSpc>
                <a:spcPts val="3071"/>
              </a:lnSpc>
            </a:pPr>
            <a:endParaRPr/>
          </a:p>
          <a:p>
            <a:pPr algn="just">
              <a:lnSpc>
                <a:spcPts val="3071"/>
              </a:lnSpc>
            </a:pPr>
            <a:r>
              <a:rPr lang="en-US" sz="2559">
                <a:solidFill>
                  <a:srgbClr val="000000"/>
                </a:solidFill>
                <a:latin typeface="Times New Roman"/>
                <a:ea typeface="Times New Roman"/>
                <a:cs typeface="Times New Roman"/>
                <a:sym typeface="Times New Roman"/>
              </a:rPr>
              <a:t>Many rural farmers and gardeners rely on guesswork for watering. This often leads to wasted water and poor plant health.</a:t>
            </a:r>
          </a:p>
          <a:p>
            <a:pPr algn="just">
              <a:lnSpc>
                <a:spcPts val="3071"/>
              </a:lnSpc>
            </a:pPr>
            <a:endParaRPr lang="en-US" sz="2559">
              <a:solidFill>
                <a:srgbClr val="000000"/>
              </a:solidFill>
              <a:latin typeface="Times New Roman"/>
              <a:ea typeface="Times New Roman"/>
              <a:cs typeface="Times New Roman"/>
              <a:sym typeface="Times New Roman"/>
            </a:endParaRPr>
          </a:p>
          <a:p>
            <a:pPr marL="329455" lvl="1" indent="-164727" algn="just">
              <a:lnSpc>
                <a:spcPts val="3071"/>
              </a:lnSpc>
              <a:buFont typeface="Arial"/>
              <a:buChar char="•"/>
            </a:pPr>
            <a:r>
              <a:rPr lang="en-US" sz="2559">
                <a:solidFill>
                  <a:srgbClr val="000000"/>
                </a:solidFill>
                <a:latin typeface="Times New Roman"/>
                <a:ea typeface="Times New Roman"/>
                <a:cs typeface="Times New Roman"/>
                <a:sym typeface="Times New Roman"/>
              </a:rPr>
              <a:t>Our system uses a soil moisture sensor to know when watering is needed. </a:t>
            </a:r>
          </a:p>
          <a:p>
            <a:pPr marL="329455" lvl="1" indent="-164727" algn="just">
              <a:lnSpc>
                <a:spcPts val="3071"/>
              </a:lnSpc>
              <a:buFont typeface="Arial"/>
              <a:buChar char="•"/>
            </a:pPr>
            <a:r>
              <a:rPr lang="en-US" sz="2559">
                <a:solidFill>
                  <a:srgbClr val="000000"/>
                </a:solidFill>
                <a:latin typeface="Times New Roman"/>
                <a:ea typeface="Times New Roman"/>
                <a:cs typeface="Times New Roman"/>
                <a:sym typeface="Times New Roman"/>
              </a:rPr>
              <a:t>A water level sensor checks if there's enough water in the tank.</a:t>
            </a:r>
          </a:p>
          <a:p>
            <a:pPr marL="329455" lvl="1" indent="-164727" algn="just">
              <a:lnSpc>
                <a:spcPts val="3071"/>
              </a:lnSpc>
              <a:buFont typeface="Arial"/>
              <a:buChar char="•"/>
            </a:pPr>
            <a:r>
              <a:rPr lang="en-US" sz="2559">
                <a:solidFill>
                  <a:srgbClr val="000000"/>
                </a:solidFill>
                <a:latin typeface="Times New Roman"/>
                <a:ea typeface="Times New Roman"/>
                <a:cs typeface="Times New Roman"/>
                <a:sym typeface="Times New Roman"/>
              </a:rPr>
              <a:t>A relay-controlled pump turns ON automatically to water the plant. </a:t>
            </a:r>
          </a:p>
          <a:p>
            <a:pPr marL="329455" lvl="1" indent="-164727" algn="just">
              <a:lnSpc>
                <a:spcPts val="3071"/>
              </a:lnSpc>
            </a:pPr>
            <a:r>
              <a:rPr lang="en-US" sz="2559">
                <a:solidFill>
                  <a:srgbClr val="000000"/>
                </a:solidFill>
                <a:latin typeface="Times New Roman"/>
                <a:ea typeface="Times New Roman"/>
                <a:cs typeface="Times New Roman"/>
                <a:sym typeface="Times New Roman"/>
              </a:rPr>
              <a:t>This is Ideal for small farms, gardens, home plants, or people with busy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Problem Statement</a:t>
              </a:r>
            </a:p>
          </p:txBody>
        </p:sp>
      </p:grpSp>
      <p:sp>
        <p:nvSpPr>
          <p:cNvPr id="5" name="TextBox 5"/>
          <p:cNvSpPr txBox="1"/>
          <p:nvPr/>
        </p:nvSpPr>
        <p:spPr>
          <a:xfrm>
            <a:off x="579120" y="1695450"/>
            <a:ext cx="4841868" cy="4793404"/>
          </a:xfrm>
          <a:prstGeom prst="rect">
            <a:avLst/>
          </a:prstGeom>
        </p:spPr>
        <p:txBody>
          <a:bodyPr lIns="0" tIns="0" rIns="0" bIns="0" rtlCol="0" anchor="t">
            <a:spAutoFit/>
          </a:bodyPr>
          <a:lstStyle/>
          <a:p>
            <a:pPr algn="just">
              <a:lnSpc>
                <a:spcPts val="3583"/>
              </a:lnSpc>
            </a:pPr>
            <a:endParaRP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Manual watering is time-consuming and inconsistent.</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Busy schedules lead to plant neglect.</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Water wastage is common in manual irrigation.</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There is a need for a low-cost, automatic solution that ensures optimal watering.</a:t>
            </a:r>
          </a:p>
        </p:txBody>
      </p:sp>
      <p:grpSp>
        <p:nvGrpSpPr>
          <p:cNvPr id="6" name="Group 6"/>
          <p:cNvGrpSpPr>
            <a:grpSpLocks noChangeAspect="1"/>
          </p:cNvGrpSpPr>
          <p:nvPr/>
        </p:nvGrpSpPr>
        <p:grpSpPr>
          <a:xfrm>
            <a:off x="5830242" y="1706880"/>
            <a:ext cx="3435678" cy="4827694"/>
            <a:chOff x="0" y="0"/>
            <a:chExt cx="4580904" cy="6436925"/>
          </a:xfrm>
        </p:grpSpPr>
        <p:sp>
          <p:nvSpPr>
            <p:cNvPr id="7" name="Freeform 7"/>
            <p:cNvSpPr/>
            <p:nvPr/>
          </p:nvSpPr>
          <p:spPr>
            <a:xfrm>
              <a:off x="0" y="0"/>
              <a:ext cx="4580890" cy="6436868"/>
            </a:xfrm>
            <a:custGeom>
              <a:avLst/>
              <a:gdLst/>
              <a:ahLst/>
              <a:cxnLst/>
              <a:rect l="l" t="t" r="r" b="b"/>
              <a:pathLst>
                <a:path w="4580890" h="6436868">
                  <a:moveTo>
                    <a:pt x="0" y="0"/>
                  </a:moveTo>
                  <a:lnTo>
                    <a:pt x="4580890" y="0"/>
                  </a:lnTo>
                  <a:lnTo>
                    <a:pt x="4580890" y="6436868"/>
                  </a:lnTo>
                  <a:lnTo>
                    <a:pt x="0" y="6436868"/>
                  </a:lnTo>
                  <a:lnTo>
                    <a:pt x="0" y="0"/>
                  </a:lnTo>
                  <a:close/>
                </a:path>
              </a:pathLst>
            </a:custGeom>
            <a:blipFill>
              <a:blip r:embed="rId2"/>
              <a:stretch>
                <a:fillRect t="-3374" b="-3375"/>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Objectives</a:t>
              </a:r>
            </a:p>
          </p:txBody>
        </p:sp>
      </p:grpSp>
      <p:sp>
        <p:nvSpPr>
          <p:cNvPr id="5" name="TextBox 5"/>
          <p:cNvSpPr txBox="1"/>
          <p:nvPr/>
        </p:nvSpPr>
        <p:spPr>
          <a:xfrm>
            <a:off x="579120" y="1347499"/>
            <a:ext cx="8595360" cy="5141355"/>
          </a:xfrm>
          <a:prstGeom prst="rect">
            <a:avLst/>
          </a:prstGeom>
        </p:spPr>
        <p:txBody>
          <a:bodyPr lIns="0" tIns="0" rIns="0" bIns="0" rtlCol="0" anchor="t">
            <a:spAutoFit/>
          </a:bodyPr>
          <a:lstStyle/>
          <a:p>
            <a:pPr algn="l">
              <a:lnSpc>
                <a:spcPts val="3583"/>
              </a:lnSpc>
            </a:pPr>
            <a:endParaRPr/>
          </a:p>
          <a:p>
            <a:pPr marL="384364" lvl="1" indent="-192182" algn="l">
              <a:lnSpc>
                <a:spcPts val="3583"/>
              </a:lnSpc>
              <a:buFont typeface="Arial"/>
              <a:buChar char="•"/>
            </a:pPr>
            <a:r>
              <a:rPr lang="en-US" sz="2986">
                <a:solidFill>
                  <a:srgbClr val="000000"/>
                </a:solidFill>
                <a:latin typeface="Times New Roman"/>
                <a:ea typeface="Times New Roman"/>
                <a:cs typeface="Times New Roman"/>
                <a:sym typeface="Times New Roman"/>
              </a:rPr>
              <a:t>To build a system that waters plants only when needed.</a:t>
            </a:r>
          </a:p>
          <a:p>
            <a:pPr marL="384364" lvl="1" indent="-192182" algn="l">
              <a:lnSpc>
                <a:spcPts val="3583"/>
              </a:lnSpc>
              <a:buFont typeface="Arial"/>
              <a:buChar char="•"/>
            </a:pPr>
            <a:r>
              <a:rPr lang="en-US" sz="2986">
                <a:solidFill>
                  <a:srgbClr val="000000"/>
                </a:solidFill>
                <a:latin typeface="Times New Roman"/>
                <a:ea typeface="Times New Roman"/>
                <a:cs typeface="Times New Roman"/>
                <a:sym typeface="Times New Roman"/>
              </a:rPr>
              <a:t>To use sensors and automation for stress-free plant care.</a:t>
            </a:r>
          </a:p>
          <a:p>
            <a:pPr marL="384364" lvl="1" indent="-192182" algn="l">
              <a:lnSpc>
                <a:spcPts val="3583"/>
              </a:lnSpc>
              <a:buFont typeface="Arial"/>
              <a:buChar char="•"/>
            </a:pPr>
            <a:r>
              <a:rPr lang="en-US" sz="2986">
                <a:solidFill>
                  <a:srgbClr val="000000"/>
                </a:solidFill>
                <a:latin typeface="Times New Roman"/>
                <a:ea typeface="Times New Roman"/>
                <a:cs typeface="Times New Roman"/>
                <a:sym typeface="Times New Roman"/>
              </a:rPr>
              <a:t>To create a cost-effective and easy-to-use solution for small-scale users.</a:t>
            </a:r>
          </a:p>
          <a:p>
            <a:pPr marL="384364" lvl="1" indent="-192182" algn="l">
              <a:lnSpc>
                <a:spcPts val="3583"/>
              </a:lnSpc>
              <a:buFont typeface="Arial"/>
              <a:buChar char="•"/>
            </a:pPr>
            <a:r>
              <a:rPr lang="en-US" sz="2986">
                <a:solidFill>
                  <a:srgbClr val="000000"/>
                </a:solidFill>
                <a:latin typeface="Times New Roman"/>
                <a:ea typeface="Times New Roman"/>
                <a:cs typeface="Times New Roman"/>
                <a:sym typeface="Times New Roman"/>
              </a:rPr>
              <a:t>To reduce water waste and improve plant health.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dirty="0">
                  <a:solidFill>
                    <a:srgbClr val="000000"/>
                  </a:solidFill>
                  <a:latin typeface="Calibri (MS)"/>
                  <a:ea typeface="Calibri (MS)"/>
                  <a:cs typeface="Calibri (MS)"/>
                  <a:sym typeface="Calibri (MS)"/>
                </a:rPr>
                <a:t>Methodology Overview</a:t>
              </a:r>
            </a:p>
          </p:txBody>
        </p:sp>
      </p:grpSp>
      <p:sp>
        <p:nvSpPr>
          <p:cNvPr id="5" name="TextBox 5"/>
          <p:cNvSpPr txBox="1"/>
          <p:nvPr/>
        </p:nvSpPr>
        <p:spPr>
          <a:xfrm>
            <a:off x="579121" y="1695450"/>
            <a:ext cx="4063772" cy="4793404"/>
          </a:xfrm>
          <a:prstGeom prst="rect">
            <a:avLst/>
          </a:prstGeom>
        </p:spPr>
        <p:txBody>
          <a:bodyPr lIns="0" tIns="0" rIns="0" bIns="0" rtlCol="0" anchor="t">
            <a:spAutoFit/>
          </a:bodyPr>
          <a:lstStyle/>
          <a:p>
            <a:pPr algn="just">
              <a:lnSpc>
                <a:spcPts val="2815"/>
              </a:lnSpc>
            </a:pPr>
            <a:r>
              <a:rPr lang="en-US" sz="2346" dirty="0">
                <a:solidFill>
                  <a:srgbClr val="000000"/>
                </a:solidFill>
                <a:latin typeface="Times New Roman"/>
                <a:ea typeface="Times New Roman"/>
                <a:cs typeface="Times New Roman"/>
                <a:sym typeface="Times New Roman"/>
              </a:rPr>
              <a:t>The soil moisture sensor is inserted into the soil, near the plant. The Arduino checks if the soil is dry or wet. If the soil is dry, it checks the water tank using a water level sensor. If water is available, the pump turns ON and waters the plant. </a:t>
            </a:r>
          </a:p>
          <a:p>
            <a:pPr algn="just">
              <a:lnSpc>
                <a:spcPts val="2815"/>
              </a:lnSpc>
            </a:pPr>
            <a:r>
              <a:rPr lang="en-US" sz="2346" dirty="0">
                <a:solidFill>
                  <a:srgbClr val="000000"/>
                </a:solidFill>
                <a:latin typeface="Times New Roman"/>
                <a:ea typeface="Times New Roman"/>
                <a:cs typeface="Times New Roman"/>
                <a:sym typeface="Times New Roman"/>
              </a:rPr>
              <a:t>Red and Green LEDs show the system status: </a:t>
            </a:r>
          </a:p>
          <a:p>
            <a:pPr marL="302000" lvl="1" indent="-151000" algn="just">
              <a:lnSpc>
                <a:spcPts val="2815"/>
              </a:lnSpc>
              <a:buFont typeface="Arial"/>
              <a:buChar char="•"/>
            </a:pPr>
            <a:r>
              <a:rPr lang="en-US" sz="2346" dirty="0">
                <a:solidFill>
                  <a:srgbClr val="000000"/>
                </a:solidFill>
                <a:latin typeface="Times New Roman"/>
                <a:ea typeface="Times New Roman"/>
                <a:cs typeface="Times New Roman"/>
                <a:sym typeface="Times New Roman"/>
              </a:rPr>
              <a:t>Red = low water level in tank, indicates need to refill tank. </a:t>
            </a:r>
          </a:p>
          <a:p>
            <a:pPr marL="302000" lvl="1" indent="-151000" algn="just">
              <a:lnSpc>
                <a:spcPts val="2815"/>
              </a:lnSpc>
              <a:buFont typeface="Arial"/>
              <a:buChar char="•"/>
            </a:pPr>
            <a:r>
              <a:rPr lang="en-US" sz="2346" dirty="0">
                <a:solidFill>
                  <a:srgbClr val="000000"/>
                </a:solidFill>
                <a:latin typeface="Times New Roman"/>
                <a:ea typeface="Times New Roman"/>
                <a:cs typeface="Times New Roman"/>
                <a:sym typeface="Times New Roman"/>
              </a:rPr>
              <a:t>Green = Indicates water in tank is still much.</a:t>
            </a:r>
          </a:p>
        </p:txBody>
      </p:sp>
      <p:pic>
        <p:nvPicPr>
          <p:cNvPr id="9" name="Picture 8">
            <a:extLst>
              <a:ext uri="{FF2B5EF4-FFF2-40B4-BE49-F238E27FC236}">
                <a16:creationId xmlns:a16="http://schemas.microsoft.com/office/drawing/2014/main" id="{D0695840-712C-BD1C-4A88-CAA50E599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333715" y="1895316"/>
            <a:ext cx="5962970" cy="48767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000000"/>
                  </a:solidFill>
                  <a:latin typeface="Calibri (MS)"/>
                  <a:ea typeface="Calibri (MS)"/>
                  <a:cs typeface="Calibri (MS)"/>
                  <a:sym typeface="Calibri (MS)"/>
                </a:rPr>
                <a:t>How It Works: Step-by-Step</a:t>
              </a:r>
            </a:p>
          </p:txBody>
        </p:sp>
      </p:grpSp>
      <p:sp>
        <p:nvSpPr>
          <p:cNvPr id="5" name="TextBox 5"/>
          <p:cNvSpPr txBox="1"/>
          <p:nvPr/>
        </p:nvSpPr>
        <p:spPr>
          <a:xfrm>
            <a:off x="579120" y="1248867"/>
            <a:ext cx="8595360" cy="5239987"/>
          </a:xfrm>
          <a:prstGeom prst="rect">
            <a:avLst/>
          </a:prstGeom>
        </p:spPr>
        <p:txBody>
          <a:bodyPr lIns="0" tIns="0" rIns="0" bIns="0" rtlCol="0" anchor="t">
            <a:spAutoFit/>
          </a:bodyPr>
          <a:lstStyle/>
          <a:p>
            <a:pPr algn="just">
              <a:lnSpc>
                <a:spcPts val="3583"/>
              </a:lnSpc>
            </a:pPr>
            <a:endParaRPr dirty="0"/>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Insert soil moisture sensor near plant root.</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Arduino checks soil dryness in real-time.</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If dry, it checks if water tank has water.</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If both conditions are met:</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Relay activates pump and waters plant.</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After watering, pump shuts off.</a:t>
            </a:r>
          </a:p>
          <a:p>
            <a:pPr marL="384364" lvl="1" indent="-192182" algn="just">
              <a:lnSpc>
                <a:spcPts val="3583"/>
              </a:lnSpc>
              <a:buFont typeface="Arial"/>
              <a:buChar char="•"/>
            </a:pPr>
            <a:r>
              <a:rPr lang="en-US" sz="2986" dirty="0">
                <a:solidFill>
                  <a:srgbClr val="000000"/>
                </a:solidFill>
                <a:latin typeface="Times New Roman"/>
                <a:ea typeface="Times New Roman"/>
                <a:cs typeface="Times New Roman"/>
                <a:sym typeface="Times New Roman"/>
              </a:rPr>
              <a:t>Red/Green LEDs indicates tank water level for garden owners.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Component List</a:t>
              </a:r>
            </a:p>
          </p:txBody>
        </p:sp>
      </p:grpSp>
      <p:graphicFrame>
        <p:nvGraphicFramePr>
          <p:cNvPr id="5" name="Table 5"/>
          <p:cNvGraphicFramePr>
            <a:graphicFrameLocks noGrp="1"/>
          </p:cNvGraphicFramePr>
          <p:nvPr/>
        </p:nvGraphicFramePr>
        <p:xfrm>
          <a:off x="487680" y="1463039"/>
          <a:ext cx="8778240" cy="5699760"/>
        </p:xfrm>
        <a:graphic>
          <a:graphicData uri="http://schemas.openxmlformats.org/drawingml/2006/table">
            <a:tbl>
              <a:tblPr/>
              <a:tblGrid>
                <a:gridCol w="4389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392853">
                <a:tc>
                  <a:txBody>
                    <a:bodyPr/>
                    <a:lstStyle/>
                    <a:p>
                      <a:pPr algn="l">
                        <a:lnSpc>
                          <a:spcPts val="2304"/>
                        </a:lnSpc>
                        <a:defRPr/>
                      </a:pPr>
                      <a:r>
                        <a:rPr lang="en-US" sz="1920" b="1">
                          <a:solidFill>
                            <a:srgbClr val="FFFFFF"/>
                          </a:solidFill>
                          <a:latin typeface="Calibri (MS) Bold"/>
                          <a:ea typeface="Calibri (MS) Bold"/>
                          <a:cs typeface="Calibri (MS) Bold"/>
                          <a:sym typeface="Calibri (MS) Bold"/>
                        </a:rPr>
                        <a:t>Component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8064A2"/>
                    </a:solidFill>
                  </a:tcPr>
                </a:tc>
                <a:tc>
                  <a:txBody>
                    <a:bodyPr/>
                    <a:lstStyle/>
                    <a:p>
                      <a:pPr algn="l">
                        <a:lnSpc>
                          <a:spcPts val="2304"/>
                        </a:lnSpc>
                        <a:defRPr/>
                      </a:pPr>
                      <a:r>
                        <a:rPr lang="en-US" sz="1920" b="1">
                          <a:solidFill>
                            <a:srgbClr val="FFFFFF"/>
                          </a:solidFill>
                          <a:latin typeface="Calibri (MS) Bold"/>
                          <a:ea typeface="Calibri (MS) Bold"/>
                          <a:cs typeface="Calibri (MS) Bold"/>
                          <a:sym typeface="Calibri (MS) Bold"/>
                        </a:rPr>
                        <a:t>Function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8064A2"/>
                    </a:solidFill>
                  </a:tcPr>
                </a:tc>
                <a:extLst>
                  <a:ext uri="{0D108BD9-81ED-4DB2-BD59-A6C34878D82A}">
                    <a16:rowId xmlns:a16="http://schemas.microsoft.com/office/drawing/2014/main" val="10000"/>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Arduino Nano</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Central controller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01"/>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Soil Moisture Sensor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tc>
                  <a:txBody>
                    <a:bodyPr/>
                    <a:lstStyle/>
                    <a:p>
                      <a:pPr algn="l">
                        <a:lnSpc>
                          <a:spcPts val="2304"/>
                        </a:lnSpc>
                        <a:defRPr/>
                      </a:pPr>
                      <a:r>
                        <a:rPr lang="en-US" sz="1920">
                          <a:solidFill>
                            <a:srgbClr val="000000"/>
                          </a:solidFill>
                          <a:latin typeface="Calibri (MS)"/>
                          <a:ea typeface="Calibri (MS)"/>
                          <a:cs typeface="Calibri (MS)"/>
                          <a:sym typeface="Calibri (MS)"/>
                        </a:rPr>
                        <a:t>Detects soil dryness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10002"/>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Water Level Sensor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Checks tank water level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03"/>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Relay Module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tc>
                  <a:txBody>
                    <a:bodyPr/>
                    <a:lstStyle/>
                    <a:p>
                      <a:pPr algn="l">
                        <a:lnSpc>
                          <a:spcPts val="2304"/>
                        </a:lnSpc>
                        <a:defRPr/>
                      </a:pPr>
                      <a:r>
                        <a:rPr lang="en-US" sz="1920">
                          <a:solidFill>
                            <a:srgbClr val="000000"/>
                          </a:solidFill>
                          <a:latin typeface="Calibri (MS)"/>
                          <a:ea typeface="Calibri (MS)"/>
                          <a:cs typeface="Calibri (MS)"/>
                          <a:sym typeface="Calibri (MS)"/>
                        </a:rPr>
                        <a:t>Switches pump ON/OFF</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10004"/>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Mini Submersible Pump</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Waters the plant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05"/>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Red &amp; Green LEDs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tc>
                  <a:txBody>
                    <a:bodyPr/>
                    <a:lstStyle/>
                    <a:p>
                      <a:pPr algn="l">
                        <a:lnSpc>
                          <a:spcPts val="2304"/>
                        </a:lnSpc>
                        <a:defRPr/>
                      </a:pPr>
                      <a:r>
                        <a:rPr lang="en-US" sz="1920">
                          <a:solidFill>
                            <a:srgbClr val="000000"/>
                          </a:solidFill>
                          <a:latin typeface="Calibri (MS)"/>
                          <a:ea typeface="Calibri (MS)"/>
                          <a:cs typeface="Calibri (MS)"/>
                          <a:sym typeface="Calibri (MS)"/>
                        </a:rPr>
                        <a:t>Show stank water status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10006"/>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Flexible Hose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Delivers water to plants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07"/>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Water Container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tc>
                  <a:txBody>
                    <a:bodyPr/>
                    <a:lstStyle/>
                    <a:p>
                      <a:pPr algn="l">
                        <a:lnSpc>
                          <a:spcPts val="2304"/>
                        </a:lnSpc>
                        <a:defRPr/>
                      </a:pPr>
                      <a:r>
                        <a:rPr lang="en-US" sz="1920">
                          <a:solidFill>
                            <a:srgbClr val="000000"/>
                          </a:solidFill>
                          <a:latin typeface="Calibri (MS)"/>
                          <a:ea typeface="Calibri (MS)"/>
                          <a:cs typeface="Calibri (MS)"/>
                          <a:sym typeface="Calibri (MS)"/>
                        </a:rPr>
                        <a:t>Holds irrigation water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10008"/>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Jumper Wires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Connections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09"/>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Breadboard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tc>
                  <a:txBody>
                    <a:bodyPr/>
                    <a:lstStyle/>
                    <a:p>
                      <a:pPr algn="l">
                        <a:lnSpc>
                          <a:spcPts val="2304"/>
                        </a:lnSpc>
                        <a:defRPr/>
                      </a:pPr>
                      <a:r>
                        <a:rPr lang="en-US" sz="1920">
                          <a:solidFill>
                            <a:srgbClr val="000000"/>
                          </a:solidFill>
                          <a:latin typeface="Calibri (MS)"/>
                          <a:ea typeface="Calibri (MS)"/>
                          <a:cs typeface="Calibri (MS)"/>
                          <a:sym typeface="Calibri (MS)"/>
                        </a:rPr>
                        <a:t>Circuit assembly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DEAF0"/>
                    </a:solidFill>
                  </a:tcPr>
                </a:tc>
                <a:extLst>
                  <a:ext uri="{0D108BD9-81ED-4DB2-BD59-A6C34878D82A}">
                    <a16:rowId xmlns:a16="http://schemas.microsoft.com/office/drawing/2014/main" val="10010"/>
                  </a:ext>
                </a:extLst>
              </a:tr>
              <a:tr h="392853">
                <a:tc>
                  <a:txBody>
                    <a:bodyPr/>
                    <a:lstStyle/>
                    <a:p>
                      <a:pPr algn="l">
                        <a:lnSpc>
                          <a:spcPts val="2304"/>
                        </a:lnSpc>
                        <a:defRPr/>
                      </a:pPr>
                      <a:r>
                        <a:rPr lang="en-US" sz="1920">
                          <a:solidFill>
                            <a:srgbClr val="000000"/>
                          </a:solidFill>
                          <a:latin typeface="Calibri (MS)"/>
                          <a:ea typeface="Calibri (MS)"/>
                          <a:cs typeface="Calibri (MS)"/>
                          <a:sym typeface="Calibri (MS)"/>
                        </a:rPr>
                        <a:t>Plastic container</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tc>
                  <a:txBody>
                    <a:bodyPr/>
                    <a:lstStyle/>
                    <a:p>
                      <a:pPr algn="l">
                        <a:lnSpc>
                          <a:spcPts val="2304"/>
                        </a:lnSpc>
                        <a:defRPr/>
                      </a:pPr>
                      <a:r>
                        <a:rPr lang="en-US" sz="1920">
                          <a:solidFill>
                            <a:srgbClr val="000000"/>
                          </a:solidFill>
                          <a:latin typeface="Calibri (MS)"/>
                          <a:ea typeface="Calibri (MS)"/>
                          <a:cs typeface="Calibri (MS)"/>
                          <a:sym typeface="Calibri (MS)"/>
                        </a:rPr>
                        <a:t>To build casing for plants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8D3E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A00F58-69F8-3FAE-5256-DC966CE7E28C}"/>
              </a:ext>
            </a:extLst>
          </p:cNvPr>
          <p:cNvSpPr txBox="1"/>
          <p:nvPr/>
        </p:nvSpPr>
        <p:spPr>
          <a:xfrm>
            <a:off x="0" y="152400"/>
            <a:ext cx="8458200" cy="766364"/>
          </a:xfrm>
          <a:prstGeom prst="rect">
            <a:avLst/>
          </a:prstGeom>
          <a:noFill/>
        </p:spPr>
        <p:txBody>
          <a:bodyPr wrap="square" rtlCol="0">
            <a:spAutoFit/>
          </a:bodyPr>
          <a:lstStyle/>
          <a:p>
            <a:pPr algn="ctr">
              <a:lnSpc>
                <a:spcPts val="5631"/>
              </a:lnSpc>
            </a:pPr>
            <a:r>
              <a:rPr lang="en-US" sz="4000" b="1" dirty="0">
                <a:solidFill>
                  <a:srgbClr val="000000"/>
                </a:solidFill>
                <a:latin typeface="Calibri (MS)"/>
                <a:ea typeface="Calibri (MS)"/>
                <a:cs typeface="Calibri (MS)"/>
                <a:sym typeface="Calibri (MS)"/>
              </a:rPr>
              <a:t>Circuit Diagram </a:t>
            </a:r>
          </a:p>
        </p:txBody>
      </p:sp>
      <p:pic>
        <p:nvPicPr>
          <p:cNvPr id="4" name="Picture 3">
            <a:extLst>
              <a:ext uri="{FF2B5EF4-FFF2-40B4-BE49-F238E27FC236}">
                <a16:creationId xmlns:a16="http://schemas.microsoft.com/office/drawing/2014/main" id="{483A0D9D-4DEE-B1F7-6570-78E8A174A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8764"/>
            <a:ext cx="9753599" cy="6396436"/>
          </a:xfrm>
          <a:prstGeom prst="rect">
            <a:avLst/>
          </a:prstGeom>
        </p:spPr>
      </p:pic>
    </p:spTree>
    <p:extLst>
      <p:ext uri="{BB962C8B-B14F-4D97-AF65-F5344CB8AC3E}">
        <p14:creationId xmlns:p14="http://schemas.microsoft.com/office/powerpoint/2010/main" val="3097211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CB55CC-3FAC-A234-A4EE-B62B2636464E}"/>
              </a:ext>
            </a:extLst>
          </p:cNvPr>
          <p:cNvSpPr txBox="1"/>
          <p:nvPr/>
        </p:nvSpPr>
        <p:spPr>
          <a:xfrm>
            <a:off x="381000" y="228600"/>
            <a:ext cx="9601200" cy="707886"/>
          </a:xfrm>
          <a:prstGeom prst="rect">
            <a:avLst/>
          </a:prstGeom>
          <a:noFill/>
        </p:spPr>
        <p:txBody>
          <a:bodyPr wrap="square" rtlCol="0">
            <a:spAutoFit/>
          </a:bodyPr>
          <a:lstStyle/>
          <a:p>
            <a:pPr algn="ctr"/>
            <a:r>
              <a:rPr lang="en-US" sz="4000" b="1" dirty="0"/>
              <a:t>Block Diagram</a:t>
            </a:r>
          </a:p>
        </p:txBody>
      </p:sp>
      <p:pic>
        <p:nvPicPr>
          <p:cNvPr id="5" name="Picture 4">
            <a:extLst>
              <a:ext uri="{FF2B5EF4-FFF2-40B4-BE49-F238E27FC236}">
                <a16:creationId xmlns:a16="http://schemas.microsoft.com/office/drawing/2014/main" id="{38C700D1-DCCD-4BFB-4BFC-87D9A8DEF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828800"/>
            <a:ext cx="9677400" cy="5486400"/>
          </a:xfrm>
          <a:prstGeom prst="rect">
            <a:avLst/>
          </a:prstGeom>
        </p:spPr>
      </p:pic>
    </p:spTree>
    <p:extLst>
      <p:ext uri="{BB962C8B-B14F-4D97-AF65-F5344CB8AC3E}">
        <p14:creationId xmlns:p14="http://schemas.microsoft.com/office/powerpoint/2010/main" val="2030315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dirty="0">
                  <a:solidFill>
                    <a:srgbClr val="403152"/>
                  </a:solidFill>
                  <a:latin typeface="Calibri (MS)"/>
                  <a:ea typeface="Calibri (MS)"/>
                  <a:cs typeface="Calibri (MS)"/>
                  <a:sym typeface="Calibri (MS)"/>
                </a:rPr>
                <a:t>Why This System is Useful</a:t>
              </a:r>
            </a:p>
          </p:txBody>
        </p:sp>
      </p:grpSp>
      <p:sp>
        <p:nvSpPr>
          <p:cNvPr id="5" name="TextBox 5"/>
          <p:cNvSpPr txBox="1"/>
          <p:nvPr/>
        </p:nvSpPr>
        <p:spPr>
          <a:xfrm>
            <a:off x="579120" y="1281744"/>
            <a:ext cx="8595360" cy="4908264"/>
          </a:xfrm>
          <a:prstGeom prst="rect">
            <a:avLst/>
          </a:prstGeom>
        </p:spPr>
        <p:txBody>
          <a:bodyPr lIns="0" tIns="0" rIns="0" bIns="0" rtlCol="0" anchor="t">
            <a:spAutoFit/>
          </a:bodyPr>
          <a:lstStyle/>
          <a:p>
            <a:pPr algn="just">
              <a:lnSpc>
                <a:spcPts val="3583"/>
              </a:lnSpc>
            </a:pPr>
            <a:endParaRP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Saves time for busy farmers or plant owners</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Easy to set up and use — no technical skills required</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Supports precision watering</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Prevents pump damage from dry runs</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Ideal for home gardens, plant pots, rural farms, school gardens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680" y="292947"/>
            <a:ext cx="8778240" cy="12192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solidFill>
              <a:srgbClr val="000000">
                <a:alpha val="0"/>
              </a:srgbClr>
            </a:solidFill>
          </p:spPr>
        </p:sp>
        <p:sp>
          <p:nvSpPr>
            <p:cNvPr id="4" name="TextBox 4"/>
            <p:cNvSpPr txBox="1"/>
            <p:nvPr/>
          </p:nvSpPr>
          <p:spPr>
            <a:xfrm>
              <a:off x="0" y="-95250"/>
              <a:ext cx="11704320" cy="1720850"/>
            </a:xfrm>
            <a:prstGeom prst="rect">
              <a:avLst/>
            </a:prstGeom>
          </p:spPr>
          <p:txBody>
            <a:bodyPr lIns="0" tIns="0" rIns="0" bIns="0" rtlCol="0" anchor="ctr"/>
            <a:lstStyle/>
            <a:p>
              <a:pPr algn="ctr">
                <a:lnSpc>
                  <a:spcPts val="5631"/>
                </a:lnSpc>
              </a:pPr>
              <a:r>
                <a:rPr lang="en-US" sz="4693">
                  <a:solidFill>
                    <a:srgbClr val="403152"/>
                  </a:solidFill>
                  <a:latin typeface="Calibri (MS)"/>
                  <a:ea typeface="Calibri (MS)"/>
                  <a:cs typeface="Calibri (MS)"/>
                  <a:sym typeface="Calibri (MS)"/>
                </a:rPr>
                <a:t>Conclusion</a:t>
              </a:r>
            </a:p>
          </p:txBody>
        </p:sp>
      </p:grpSp>
      <p:sp>
        <p:nvSpPr>
          <p:cNvPr id="5" name="TextBox 5"/>
          <p:cNvSpPr txBox="1"/>
          <p:nvPr/>
        </p:nvSpPr>
        <p:spPr>
          <a:xfrm>
            <a:off x="579120" y="1292704"/>
            <a:ext cx="8595360" cy="5196151"/>
          </a:xfrm>
          <a:prstGeom prst="rect">
            <a:avLst/>
          </a:prstGeom>
        </p:spPr>
        <p:txBody>
          <a:bodyPr lIns="0" tIns="0" rIns="0" bIns="0" rtlCol="0" anchor="t">
            <a:spAutoFit/>
          </a:bodyPr>
          <a:lstStyle/>
          <a:p>
            <a:pPr algn="just">
              <a:lnSpc>
                <a:spcPts val="3583"/>
              </a:lnSpc>
            </a:pPr>
            <a:endParaRP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Smart farming doesn’t have to be expensive.</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Sensors and automation make watering easier and more accurate.</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Perfect for small farms, home gardens, or anyone with busy routines.</a:t>
            </a:r>
          </a:p>
          <a:p>
            <a:pPr marL="384364" lvl="1" indent="-192182" algn="just">
              <a:lnSpc>
                <a:spcPts val="3583"/>
              </a:lnSpc>
              <a:buFont typeface="Arial"/>
              <a:buChar char="•"/>
            </a:pPr>
            <a:r>
              <a:rPr lang="en-US" sz="2986">
                <a:solidFill>
                  <a:srgbClr val="000000"/>
                </a:solidFill>
                <a:latin typeface="Times New Roman"/>
                <a:ea typeface="Times New Roman"/>
                <a:cs typeface="Times New Roman"/>
                <a:sym typeface="Times New Roman"/>
              </a:rPr>
              <a:t>Your plants get the right care even when you're away.</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62</TotalTime>
  <Words>613</Words>
  <Application>Microsoft Office PowerPoint</Application>
  <PresentationFormat>Custom</PresentationFormat>
  <Paragraphs>87</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Times New Roman</vt:lpstr>
      <vt:lpstr>Calibri (MS)</vt:lpstr>
      <vt:lpstr>Wingdings 3</vt:lpstr>
      <vt:lpstr>Calibri (MS) Bold</vt:lpstr>
      <vt:lpstr>Trebuchet MS</vt:lpstr>
      <vt:lpstr>Calibri</vt:lpstr>
      <vt:lpstr>Arial</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Sensors And Actuators Group E.pptx</dc:title>
  <cp:lastModifiedBy>HomePC</cp:lastModifiedBy>
  <cp:revision>2</cp:revision>
  <dcterms:created xsi:type="dcterms:W3CDTF">2006-08-16T00:00:00Z</dcterms:created>
  <dcterms:modified xsi:type="dcterms:W3CDTF">2025-08-13T18:09:04Z</dcterms:modified>
  <dc:identifier>DAGt41IoefU</dc:identifier>
</cp:coreProperties>
</file>